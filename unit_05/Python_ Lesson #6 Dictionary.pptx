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0"/>
  </p:notesMasterIdLst>
  <p:sldIdLst>
    <p:sldId id="256" r:id="rId2"/>
    <p:sldId id="257" r:id="rId3"/>
    <p:sldId id="261" r:id="rId4"/>
    <p:sldId id="262" r:id="rId5"/>
    <p:sldId id="258" r:id="rId6"/>
    <p:sldId id="263" r:id="rId7"/>
    <p:sldId id="264" r:id="rId8"/>
    <p:sldId id="265" r:id="rId9"/>
  </p:sldIdLst>
  <p:sldSz cx="9144000" cy="5143500" type="screen16x9"/>
  <p:notesSz cx="6858000" cy="9144000"/>
  <p:embeddedFontLst>
    <p:embeddedFont>
      <p:font typeface="Montserrat" panose="020B0604020202020204" charset="0"/>
      <p:regular r:id="rId11"/>
      <p:bold r:id="rId12"/>
      <p:italic r:id="rId13"/>
      <p:boldItalic r:id="rId14"/>
    </p:embeddedFont>
    <p:embeddedFont>
      <p:font typeface="Lato" panose="020B0604020202020204" charset="0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207" d="100"/>
          <a:sy n="207" d="100"/>
        </p:scale>
        <p:origin x="466" y="139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120e2bdef87_0_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120e2bdef87_0_1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120e2bdef87_0_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120e2bdef87_0_1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754280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120e2bdef87_0_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120e2bdef87_0_1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334568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120e2bdef87_0_1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120e2bdef87_0_1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120e2bdef87_0_1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120e2bdef87_0_1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845708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120e2bdef87_0_1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120e2bdef87_0_1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419828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120e2bdef87_0_1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120e2bdef87_0_1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116109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name="adj" fmla="val 0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name="adj" fmla="val 58774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9" name="Google Shape;39;p3"/>
          <p:cNvSpPr txBox="1">
            <a:spLocks noGrp="1"/>
          </p:cNvSpPr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Google Shape;45;p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6" name="Google Shape;46;p4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5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3" name="Google Shape;53;p5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5"/>
          <p:cNvSpPr txBox="1">
            <a:spLocks noGrp="1"/>
          </p:cNvSpPr>
          <p:nvPr>
            <p:ph type="body" idx="2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0" name="Google Shape;60;p6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1" name="Google Shape;61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" name="Google Shape;66;p7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7" name="Google Shape;67;p7"/>
          <p:cNvSpPr txBox="1">
            <a:spLocks noGrp="1"/>
          </p:cNvSpPr>
          <p:nvPr>
            <p:ph type="body" idx="1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8" name="Google Shape;6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9" name="Google Shape;89;p8"/>
          <p:cNvSpPr txBox="1">
            <a:spLocks noGrp="1"/>
          </p:cNvSpPr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5" name="Google Shape;95;p9"/>
          <p:cNvSpPr txBox="1">
            <a:spLocks noGrp="1"/>
          </p:cNvSpPr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6" name="Google Shape;96;p9"/>
          <p:cNvSpPr txBox="1">
            <a:spLocks noGrp="1"/>
          </p:cNvSpPr>
          <p:nvPr>
            <p:ph type="subTitle" idx="1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97" name="Google Shape;97;p9"/>
          <p:cNvSpPr txBox="1">
            <a:spLocks noGrp="1"/>
          </p:cNvSpPr>
          <p:nvPr>
            <p:ph type="body" idx="2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98" name="Google Shape;9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3" name="Google Shape;103;p10"/>
          <p:cNvSpPr txBox="1">
            <a:spLocks noGrp="1"/>
          </p:cNvSpPr>
          <p:nvPr>
            <p:ph type="body" idx="1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104" name="Google Shape;10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5" name="Google Shape;125;p11"/>
          <p:cNvSpPr txBox="1">
            <a:spLocks noGrp="1"/>
          </p:cNvSpPr>
          <p:nvPr>
            <p:ph type="title" hasCustomPrompt="1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>
            <a:spLocks noGrp="1"/>
          </p:cNvSpPr>
          <p:nvPr>
            <p:ph type="body" idx="1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27" name="Google Shape;12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focus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>
            <a:spLocks noGrp="1"/>
          </p:cNvSpPr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Python: Lesson </a:t>
            </a:r>
            <a:r>
              <a:rPr lang="en" dirty="0" smtClean="0"/>
              <a:t>#6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Dictionary</a:t>
            </a:r>
            <a:endParaRPr dirty="0"/>
          </a:p>
        </p:txBody>
      </p:sp>
      <p:sp>
        <p:nvSpPr>
          <p:cNvPr id="135" name="Google Shape;135;p13"/>
          <p:cNvSpPr txBox="1">
            <a:spLocks noGrp="1"/>
          </p:cNvSpPr>
          <p:nvPr>
            <p:ph type="subTitle" idx="1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By: Marc Geffroy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What was covered last week?</a:t>
            </a:r>
            <a:endParaRPr dirty="0"/>
          </a:p>
        </p:txBody>
      </p:sp>
      <p:sp>
        <p:nvSpPr>
          <p:cNvPr id="141" name="Google Shape;141;p14"/>
          <p:cNvSpPr txBox="1">
            <a:spLocks noGrp="1"/>
          </p:cNvSpPr>
          <p:nvPr>
            <p:ph type="body" idx="1"/>
          </p:nvPr>
        </p:nvSpPr>
        <p:spPr>
          <a:xfrm>
            <a:off x="1297499" y="1307850"/>
            <a:ext cx="6587543" cy="317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46050" lvl="0" indent="0" algn="l" rtl="0"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US" sz="1600" b="1" dirty="0" smtClean="0"/>
              <a:t>Python Project #01</a:t>
            </a:r>
          </a:p>
          <a:p>
            <a:r>
              <a:rPr lang="en-US" sz="1600" dirty="0" smtClean="0"/>
              <a:t>Serial communications</a:t>
            </a:r>
          </a:p>
          <a:p>
            <a:endParaRPr lang="en-US" sz="1600" dirty="0" smtClean="0"/>
          </a:p>
          <a:p>
            <a:r>
              <a:rPr lang="en-US" sz="1600" dirty="0" smtClean="0"/>
              <a:t>Using your current knowledge</a:t>
            </a:r>
          </a:p>
          <a:p>
            <a:endParaRPr lang="en-US" sz="1600" dirty="0" smtClean="0"/>
          </a:p>
          <a:p>
            <a:r>
              <a:rPr lang="en-US" sz="1600" dirty="0" smtClean="0"/>
              <a:t>Controlling a mouse cursor</a:t>
            </a:r>
          </a:p>
          <a:p>
            <a:endParaRPr lang="en-US" sz="1600" dirty="0" smtClean="0"/>
          </a:p>
          <a:p>
            <a:r>
              <a:rPr lang="en-US" sz="1600" dirty="0" smtClean="0"/>
              <a:t>Refactoring code</a:t>
            </a:r>
          </a:p>
          <a:p>
            <a:endParaRPr lang="en-US" sz="1600" dirty="0" smtClean="0"/>
          </a:p>
          <a:p>
            <a:r>
              <a:rPr lang="en-US" sz="1600" dirty="0" smtClean="0"/>
              <a:t>Parsing byte and text</a:t>
            </a:r>
            <a:endParaRPr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Data Structures</a:t>
            </a:r>
            <a:endParaRPr dirty="0"/>
          </a:p>
        </p:txBody>
      </p:sp>
      <p:sp>
        <p:nvSpPr>
          <p:cNvPr id="141" name="Google Shape;141;p14"/>
          <p:cNvSpPr txBox="1">
            <a:spLocks noGrp="1"/>
          </p:cNvSpPr>
          <p:nvPr>
            <p:ph type="body" idx="1"/>
          </p:nvPr>
        </p:nvSpPr>
        <p:spPr>
          <a:xfrm>
            <a:off x="1002224" y="1307850"/>
            <a:ext cx="5160451" cy="329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600" dirty="0"/>
              <a:t>What is a </a:t>
            </a:r>
            <a:r>
              <a:rPr lang="en" sz="1600" dirty="0" smtClean="0"/>
              <a:t>data structure?</a:t>
            </a:r>
          </a:p>
          <a:p>
            <a:pPr lvl="1" indent="-311150">
              <a:buSzPts val="1300"/>
              <a:buChar char="●"/>
            </a:pPr>
            <a:r>
              <a:rPr lang="en-ZA" sz="1600" dirty="0"/>
              <a:t>A</a:t>
            </a:r>
            <a:r>
              <a:rPr lang="en-ZA" sz="1600" dirty="0" smtClean="0"/>
              <a:t> </a:t>
            </a:r>
            <a:r>
              <a:rPr lang="en-ZA" sz="1600" dirty="0"/>
              <a:t>way of formatting data so that it can be used by a computer program or other </a:t>
            </a:r>
            <a:r>
              <a:rPr lang="en-ZA" sz="1600" dirty="0" smtClean="0"/>
              <a:t>system</a:t>
            </a:r>
          </a:p>
          <a:p>
            <a:pPr lvl="1" indent="-311150">
              <a:buSzPts val="1300"/>
              <a:buChar char="●"/>
            </a:pPr>
            <a:endParaRPr lang="en-US" sz="1600" dirty="0"/>
          </a:p>
          <a:p>
            <a:pPr marL="603250" lvl="1" indent="0">
              <a:buSzPts val="1300"/>
              <a:buNone/>
            </a:pPr>
            <a:endParaRPr sz="1600" dirty="0"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600" dirty="0" smtClean="0"/>
              <a:t>Why use data structures?</a:t>
            </a:r>
          </a:p>
          <a:p>
            <a:pPr lvl="1" indent="-311150">
              <a:buSzPts val="1300"/>
              <a:buChar char="●"/>
            </a:pPr>
            <a:r>
              <a:rPr lang="en-ZA" sz="1600" dirty="0"/>
              <a:t>a</a:t>
            </a:r>
            <a:r>
              <a:rPr lang="en-ZA" sz="1600" dirty="0" smtClean="0"/>
              <a:t>llow </a:t>
            </a:r>
            <a:r>
              <a:rPr lang="en-ZA" sz="1600" dirty="0"/>
              <a:t>users and systems to efficiently organize, work with and store </a:t>
            </a:r>
            <a:r>
              <a:rPr lang="en-ZA" sz="1600" dirty="0" smtClean="0"/>
              <a:t>data</a:t>
            </a:r>
            <a:endParaRPr sz="1600" dirty="0"/>
          </a:p>
        </p:txBody>
      </p:sp>
    </p:spTree>
    <p:extLst>
      <p:ext uri="{BB962C8B-B14F-4D97-AF65-F5344CB8AC3E}">
        <p14:creationId xmlns:p14="http://schemas.microsoft.com/office/powerpoint/2010/main" val="28896249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en" dirty="0"/>
              <a:t>What is a dictionary? </a:t>
            </a:r>
            <a:endParaRPr dirty="0"/>
          </a:p>
        </p:txBody>
      </p:sp>
      <p:sp>
        <p:nvSpPr>
          <p:cNvPr id="141" name="Google Shape;141;p14"/>
          <p:cNvSpPr txBox="1">
            <a:spLocks noGrp="1"/>
          </p:cNvSpPr>
          <p:nvPr>
            <p:ph type="body" idx="1"/>
          </p:nvPr>
        </p:nvSpPr>
        <p:spPr>
          <a:xfrm>
            <a:off x="1002224" y="1307850"/>
            <a:ext cx="7608375" cy="329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216000" indent="-216000"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" sz="1600" dirty="0"/>
              <a:t>It’s a collection of ordered (&gt;v3.6) key value pairs</a:t>
            </a:r>
            <a:endParaRPr lang="en-US" sz="1600" dirty="0">
              <a:solidFill>
                <a:srgbClr val="000000"/>
              </a:solidFill>
              <a:latin typeface="Arial"/>
            </a:endParaRPr>
          </a:p>
          <a:p>
            <a:pPr marL="432000" lvl="1" indent="-216000">
              <a:spcBef>
                <a:spcPts val="1134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" sz="1600" dirty="0"/>
              <a:t>The keys are ordered.</a:t>
            </a:r>
            <a:endParaRPr lang="en-US" sz="1600" dirty="0">
              <a:solidFill>
                <a:srgbClr val="000000"/>
              </a:solidFill>
              <a:latin typeface="Arial"/>
            </a:endParaRPr>
          </a:p>
          <a:p>
            <a:pPr marL="216000" indent="-216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" sz="1600" dirty="0"/>
              <a:t>Dictionary keys are unique.</a:t>
            </a:r>
            <a:endParaRPr lang="en-US" sz="1600" dirty="0">
              <a:solidFill>
                <a:srgbClr val="000000"/>
              </a:solidFill>
              <a:latin typeface="Arial"/>
            </a:endParaRPr>
          </a:p>
          <a:p>
            <a:pPr marL="216000" indent="-216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" sz="1600" dirty="0"/>
              <a:t>Dictionary items are changeable</a:t>
            </a:r>
            <a:endParaRPr lang="en-US" sz="1600" dirty="0">
              <a:solidFill>
                <a:srgbClr val="000000"/>
              </a:solidFill>
              <a:latin typeface="Arial"/>
            </a:endParaRPr>
          </a:p>
          <a:p>
            <a:pPr lvl="0">
              <a:spcBef>
                <a:spcPts val="1200"/>
              </a:spcBef>
            </a:pPr>
            <a:endParaRPr lang="en-ZA" sz="1600" dirty="0"/>
          </a:p>
        </p:txBody>
      </p:sp>
      <p:pic>
        <p:nvPicPr>
          <p:cNvPr id="4" name="Picture 3"/>
          <p:cNvPicPr/>
          <p:nvPr/>
        </p:nvPicPr>
        <p:blipFill>
          <a:blip r:embed="rId3"/>
          <a:stretch/>
        </p:blipFill>
        <p:spPr>
          <a:xfrm>
            <a:off x="4169949" y="3505607"/>
            <a:ext cx="4563794" cy="1321191"/>
          </a:xfrm>
          <a:prstGeom prst="rect">
            <a:avLst/>
          </a:prstGeom>
          <a:noFill/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15654611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Dictionaries</a:t>
            </a:r>
            <a:endParaRPr dirty="0"/>
          </a:p>
        </p:txBody>
      </p:sp>
      <p:sp>
        <p:nvSpPr>
          <p:cNvPr id="147" name="Google Shape;147;p15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559363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US" sz="1600" dirty="0" smtClean="0"/>
              <a:t>Dictionaries are specified by curly braces </a:t>
            </a:r>
            <a:r>
              <a:rPr lang="en-US" sz="1600" dirty="0" smtClean="0"/>
              <a:t>(</a:t>
            </a:r>
            <a:r>
              <a:rPr lang="en-US" sz="1600" b="1" dirty="0" smtClean="0">
                <a:solidFill>
                  <a:srgbClr val="FF0000"/>
                </a:solidFill>
              </a:rPr>
              <a:t>{ }</a:t>
            </a:r>
            <a:r>
              <a:rPr lang="en-US" sz="1600" dirty="0" smtClean="0"/>
              <a:t>)</a:t>
            </a:r>
            <a:endParaRPr lang="en-US" sz="1600" dirty="0" smtClean="0"/>
          </a:p>
          <a:p>
            <a:pPr lvl="1" indent="-311150">
              <a:buSzPts val="1300"/>
              <a:buChar char="●"/>
            </a:pPr>
            <a:r>
              <a:rPr lang="en-US" sz="1600" dirty="0" smtClean="0"/>
              <a:t>Similar to assigning a list</a:t>
            </a:r>
          </a:p>
          <a:p>
            <a:pPr marL="603250" lvl="1" indent="0">
              <a:buSzPts val="1300"/>
              <a:buNone/>
            </a:pPr>
            <a:endParaRPr lang="en-US" sz="1600" dirty="0"/>
          </a:p>
          <a:p>
            <a:r>
              <a:rPr lang="en-US" sz="1600" dirty="0" err="1" smtClean="0"/>
              <a:t>Optimised</a:t>
            </a:r>
            <a:r>
              <a:rPr lang="en-US" sz="1600" dirty="0" smtClean="0"/>
              <a:t> for retrieval of known items.</a:t>
            </a:r>
          </a:p>
          <a:p>
            <a:endParaRPr lang="en-US" sz="1600" dirty="0" smtClean="0"/>
          </a:p>
          <a:p>
            <a:r>
              <a:rPr lang="en-US" sz="1600" dirty="0" smtClean="0"/>
              <a:t>Item’s keys and values are separated by </a:t>
            </a:r>
            <a:r>
              <a:rPr lang="en-US" sz="1600" b="1" dirty="0" smtClean="0">
                <a:solidFill>
                  <a:srgbClr val="FF0000"/>
                </a:solidFill>
              </a:rPr>
              <a:t>:</a:t>
            </a:r>
            <a:r>
              <a:rPr lang="en-US" sz="1600" b="1" dirty="0" smtClean="0"/>
              <a:t>.</a:t>
            </a:r>
          </a:p>
          <a:p>
            <a:endParaRPr lang="en-US" sz="1600" b="1" dirty="0"/>
          </a:p>
          <a:p>
            <a:r>
              <a:rPr lang="en-US" sz="1600" b="1" dirty="0" smtClean="0"/>
              <a:t>Items are separated by a comma.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8078" y="2185108"/>
            <a:ext cx="2393940" cy="155689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Accessing Dictionaries</a:t>
            </a:r>
            <a:endParaRPr dirty="0"/>
          </a:p>
        </p:txBody>
      </p:sp>
      <p:sp>
        <p:nvSpPr>
          <p:cNvPr id="147" name="Google Shape;147;p15"/>
          <p:cNvSpPr txBox="1">
            <a:spLocks noGrp="1"/>
          </p:cNvSpPr>
          <p:nvPr>
            <p:ph type="body" idx="1"/>
          </p:nvPr>
        </p:nvSpPr>
        <p:spPr>
          <a:xfrm>
            <a:off x="1255297" y="1436252"/>
            <a:ext cx="5359734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US" sz="1600" dirty="0" smtClean="0"/>
              <a:t>Dictionaries items are accessed using their key.</a:t>
            </a:r>
          </a:p>
          <a:p>
            <a:pPr lvl="1" indent="-311150">
              <a:buSzPts val="1300"/>
              <a:buChar char="●"/>
            </a:pPr>
            <a:r>
              <a:rPr lang="en-US" sz="1400" dirty="0" smtClean="0"/>
              <a:t>You cannot access a dictionary using an index number like a list</a:t>
            </a:r>
            <a:endParaRPr lang="en-US" sz="1600" dirty="0"/>
          </a:p>
          <a:p>
            <a:endParaRPr lang="en-US" sz="1600" dirty="0" smtClean="0"/>
          </a:p>
          <a:p>
            <a:r>
              <a:rPr lang="en-US" sz="1600" dirty="0" smtClean="0"/>
              <a:t>You can set an item value using the key.</a:t>
            </a:r>
          </a:p>
          <a:p>
            <a:endParaRPr lang="en-US" sz="1600" dirty="0"/>
          </a:p>
          <a:p>
            <a:r>
              <a:rPr lang="en-US" sz="1600" dirty="0" smtClean="0"/>
              <a:t>Safest way to access dictionary values is using get()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5031" y="1436252"/>
            <a:ext cx="2277083" cy="2357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04568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Other Dictionary methods</a:t>
            </a:r>
            <a:endParaRPr dirty="0"/>
          </a:p>
        </p:txBody>
      </p:sp>
      <p:sp>
        <p:nvSpPr>
          <p:cNvPr id="147" name="Google Shape;147;p15"/>
          <p:cNvSpPr txBox="1">
            <a:spLocks noGrp="1"/>
          </p:cNvSpPr>
          <p:nvPr>
            <p:ph type="body" idx="1"/>
          </p:nvPr>
        </p:nvSpPr>
        <p:spPr>
          <a:xfrm>
            <a:off x="1255297" y="1436252"/>
            <a:ext cx="5300248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US" sz="1600" dirty="0"/>
              <a:t>P</a:t>
            </a:r>
            <a:r>
              <a:rPr lang="en-US" sz="1600" dirty="0" smtClean="0"/>
              <a:t>op</a:t>
            </a:r>
            <a:r>
              <a:rPr lang="en-US" sz="1600" i="1" dirty="0" smtClean="0"/>
              <a:t>(</a:t>
            </a:r>
            <a:r>
              <a:rPr lang="en-US" sz="1600" i="1" dirty="0" smtClean="0">
                <a:solidFill>
                  <a:srgbClr val="00B050"/>
                </a:solidFill>
              </a:rPr>
              <a:t>key</a:t>
            </a:r>
            <a:r>
              <a:rPr lang="en-US" sz="1600" i="1" dirty="0" smtClean="0"/>
              <a:t>)</a:t>
            </a:r>
            <a:r>
              <a:rPr lang="en-US" sz="1600" dirty="0" smtClean="0"/>
              <a:t> to delete specific key-value from a dictionary.</a:t>
            </a:r>
          </a:p>
          <a:p>
            <a:pPr lvl="0"/>
            <a:r>
              <a:rPr lang="en-US" sz="1600" dirty="0" smtClean="0"/>
              <a:t>Update(</a:t>
            </a:r>
            <a:r>
              <a:rPr lang="en-US" sz="1600" i="1" dirty="0">
                <a:solidFill>
                  <a:srgbClr val="00B050"/>
                </a:solidFill>
              </a:rPr>
              <a:t>key</a:t>
            </a:r>
            <a:r>
              <a:rPr lang="en-US" sz="1600" dirty="0" smtClean="0"/>
              <a:t>) adds or changes dictionary items.</a:t>
            </a: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US" sz="1600" dirty="0" smtClean="0"/>
              <a:t>Clear() removes all the items in a dictionary.</a:t>
            </a: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US" sz="1600" dirty="0" smtClean="0"/>
              <a:t>Keys() </a:t>
            </a:r>
            <a:r>
              <a:rPr lang="en-US" sz="1600" dirty="0" smtClean="0"/>
              <a:t>returns all the dictionary keys.</a:t>
            </a: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US" sz="1600" dirty="0" smtClean="0"/>
              <a:t>Values() returns all the dictionary values.</a:t>
            </a:r>
          </a:p>
          <a:p>
            <a:pPr lvl="0"/>
            <a:r>
              <a:rPr lang="en-US" sz="1600" dirty="0" smtClean="0"/>
              <a:t>Get(</a:t>
            </a:r>
            <a:r>
              <a:rPr lang="en-US" sz="1600" i="1" dirty="0">
                <a:solidFill>
                  <a:srgbClr val="00B050"/>
                </a:solidFill>
              </a:rPr>
              <a:t>key</a:t>
            </a:r>
            <a:r>
              <a:rPr lang="en-US" sz="1600" dirty="0" smtClean="0"/>
              <a:t>) returns the value specified by the key</a:t>
            </a:r>
          </a:p>
        </p:txBody>
      </p:sp>
    </p:spTree>
    <p:extLst>
      <p:ext uri="{BB962C8B-B14F-4D97-AF65-F5344CB8AC3E}">
        <p14:creationId xmlns:p14="http://schemas.microsoft.com/office/powerpoint/2010/main" val="2317547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Loops Using Dictionary</a:t>
            </a:r>
            <a:endParaRPr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7500" y="1217146"/>
            <a:ext cx="2737183" cy="1395426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8617" y="2964582"/>
            <a:ext cx="2638303" cy="1231208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7944" y="1960115"/>
            <a:ext cx="3320281" cy="1304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9053561"/>
      </p:ext>
    </p:extLst>
  </p:cSld>
  <p:clrMapOvr>
    <a:masterClrMapping/>
  </p:clrMapOvr>
</p:sld>
</file>

<file path=ppt/theme/theme1.xml><?xml version="1.0" encoding="utf-8"?>
<a:theme xmlns:a="http://schemas.openxmlformats.org/drawingml/2006/main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265</TotalTime>
  <Words>247</Words>
  <Application>Microsoft Office PowerPoint</Application>
  <PresentationFormat>On-screen Show (16:9)</PresentationFormat>
  <Paragraphs>50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Montserrat</vt:lpstr>
      <vt:lpstr>Wingdings</vt:lpstr>
      <vt:lpstr>Lato</vt:lpstr>
      <vt:lpstr>Focus</vt:lpstr>
      <vt:lpstr>Python: Lesson #6 Dictionary</vt:lpstr>
      <vt:lpstr>What was covered last week?</vt:lpstr>
      <vt:lpstr>Data Structures</vt:lpstr>
      <vt:lpstr>What is a dictionary? </vt:lpstr>
      <vt:lpstr>Dictionaries</vt:lpstr>
      <vt:lpstr>Accessing Dictionaries</vt:lpstr>
      <vt:lpstr>Other Dictionary methods</vt:lpstr>
      <vt:lpstr>Loops Using Dictionary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Python: Lesson #4 Lists</dc:title>
  <cp:lastModifiedBy>GEFFROY Marc</cp:lastModifiedBy>
  <cp:revision>29</cp:revision>
  <dcterms:modified xsi:type="dcterms:W3CDTF">2025-09-18T12:07:55Z</dcterms:modified>
</cp:coreProperties>
</file>